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Sunday Service Attendance</c:v>
                </c:pt>
              </c:strCache>
            </c:strRef>
          </c:tx>
          <c:spPr>
            <a:solidFill>
              <a:srgbClr val="1E4F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F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112</c:v>
                </c:pt>
                <c:pt idx="1">
                  <c:v>125</c:v>
                </c:pt>
                <c:pt idx="2">
                  <c:v>118</c:v>
                </c:pt>
                <c:pt idx="3">
                  <c:v>140</c:v>
                </c:pt>
                <c:pt idx="4">
                  <c:v>152</c:v>
                </c:pt>
                <c:pt idx="5">
                  <c:v>148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F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42570"/>
          </a:solidFill>
          <a:ln w="12700">
            <a:solidFill>
              <a:srgbClr val="1425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D1A55"/>
          </a:solidFill>
          <a:ln w="12700">
            <a:solidFill>
              <a:srgbClr val="0D1A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</a:rPr>
              <a:t>CUSTOMER DEMO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Mahima App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1005840" cy="347472"/>
          </a:xfrm>
          <a:prstGeom prst="roundRect">
            <a:avLst>
              <a:gd name="adj" fmla="val 1842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974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5C"/>
                </a:solidFill>
              </a:rPr>
              <a:t>Version 4.0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Church Management Platform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BAD"/>
                </a:solidFill>
              </a:rPr>
              <a:t>Members  ·  Finance  ·  Sermons  ·  PastorBot AI  ·  Analytics  ·  Mobile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540"/>
          </a:solidFill>
          <a:ln w="12700">
            <a:solidFill>
              <a:srgbClr val="0A15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7BAD"/>
                </a:solidFill>
              </a:rPr>
              <a:t>Confidential Demo  •  Mahima App Team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Mahima App?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Mahima App is a full-stack, cloud-ready church management platform built for modern ministries. It unifies every aspect of church administration — from member records and attendance to finance, sermons, real-time messaging, and AI-powered pastoral tools — into one secure, role-based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33472"/>
            <a:ext cx="1600200" cy="1325880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72491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3649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Feature Modules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40280" y="2633472"/>
            <a:ext cx="1600200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40280" y="272491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100%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240280" y="33649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Role-Based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0" y="2633472"/>
            <a:ext cx="1600200" cy="1325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0" y="272491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023360" y="33649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Platforms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(Web + Android)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834640" cy="2926080"/>
          </a:xfrm>
          <a:prstGeom prst="rect">
            <a:avLst/>
          </a:prstGeom>
          <a:solidFill>
            <a:srgbClr val="0F1F5C"/>
          </a:solidFill>
          <a:ln w="12700">
            <a:solidFill>
              <a:srgbClr val="0F1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1188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16459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8E8"/>
                </a:solidFill>
              </a:rPr>
              <a:t>⚛  React + Vite (Frontend)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9933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8E8"/>
                </a:solidFill>
              </a:rPr>
              <a:t>🤖  ASP.NET Core 8 (Backend)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3408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8E8"/>
                </a:solidFill>
              </a:rPr>
              <a:t>🗄  Entity Framework + SQL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6883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8E8"/>
                </a:solidFill>
              </a:rPr>
              <a:t>📱  Capacitor (Android)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30358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8E8"/>
                </a:solidFill>
              </a:rPr>
              <a:t>⚡  SignalR (Real-time Chat)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33832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8E8"/>
                </a:solidFill>
              </a:rPr>
              <a:t>🔐  JWT Role-Based Auth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99B8"/>
                </a:solidFill>
              </a:rPr>
              <a:t>Built for churches of all sizes — small congregations to large multi-campus ministries.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Your Church Needs — In One Platform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1325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1325880" cy="64008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Member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Management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10512" y="1280160"/>
            <a:ext cx="1325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10512" y="1280160"/>
            <a:ext cx="13258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0512" y="13716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56232" y="17556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Attendance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Tracking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00984" y="1280160"/>
            <a:ext cx="1325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00984" y="1280160"/>
            <a:ext cx="13258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00984" y="13716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46704" y="17556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Teams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Meetings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91456" y="1280160"/>
            <a:ext cx="1325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91456" y="1280160"/>
            <a:ext cx="1325880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13716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37176" y="17556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Prayer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Requests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81928" y="1280160"/>
            <a:ext cx="1325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81928" y="1280160"/>
            <a:ext cx="13258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13716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27648" y="17556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Sermons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&amp; Content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0" y="1280160"/>
            <a:ext cx="1325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0" y="1280160"/>
            <a:ext cx="1325880" cy="64008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13716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818120" y="17556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Real-time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Chat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432304"/>
            <a:ext cx="1325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432304"/>
            <a:ext cx="13258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52374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65760" y="290779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Finance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Suite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10512" y="2432304"/>
            <a:ext cx="1325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810512" y="2432304"/>
            <a:ext cx="13258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10512" y="252374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856232" y="290779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PastorBot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AI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00984" y="2432304"/>
            <a:ext cx="1325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00984" y="2432304"/>
            <a:ext cx="13258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00984" y="252374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3346704" y="290779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Analytics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&amp; Reports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91456" y="2432304"/>
            <a:ext cx="1325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91456" y="2432304"/>
            <a:ext cx="1325880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91456" y="252374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⛪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4837176" y="290779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Life Events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81928" y="2432304"/>
            <a:ext cx="1325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81928" y="2432304"/>
            <a:ext cx="1325880" cy="64008"/>
          </a:xfrm>
          <a:prstGeom prst="rect">
            <a:avLst/>
          </a:prstGeom>
          <a:solidFill>
            <a:srgbClr val="0F1F5C"/>
          </a:solidFill>
          <a:ln w="12700">
            <a:solidFill>
              <a:srgbClr val="0F1F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81928" y="252374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6327648" y="290779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Roles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Security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772400" y="2432304"/>
            <a:ext cx="1325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772400" y="2432304"/>
            <a:ext cx="13258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0" y="252374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7818120" y="290779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Mobile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F5C"/>
                </a:solidFill>
              </a:rPr>
              <a:t>App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MODULE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Management &amp; Authentication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64008" cy="658368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15568" y="1353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5C"/>
                </a:solidFill>
              </a:rPr>
              <a:t>User Profiles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6093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Full member records — name, contact, photo, 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29968"/>
            <a:ext cx="64008" cy="658368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15568" y="2103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5C"/>
                </a:solidFill>
              </a:rPr>
              <a:t>JWT Authentication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359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Secure token-based login with refresh support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79776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79776"/>
            <a:ext cx="64008" cy="658368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15568" y="2852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5C"/>
                </a:solidFill>
              </a:rPr>
              <a:t>Role-Based Access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3108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Admin, Pastor, Finance, Staff, Member — granular permissions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29584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529584"/>
            <a:ext cx="64008" cy="658368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✉️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15568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5C"/>
                </a:solidFill>
              </a:rPr>
              <a:t>Bulk Messaging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Send SMS (Twilio) and Email to all members at once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79392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279392"/>
            <a:ext cx="64008" cy="658368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📲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15568" y="43525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5C"/>
                </a:solidFill>
              </a:rPr>
              <a:t>Device Tokens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15568" y="46085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Push notifications to member devices (Android)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0" y="1188720"/>
            <a:ext cx="3337560" cy="3566160"/>
          </a:xfrm>
          <a:prstGeom prst="rect">
            <a:avLst/>
          </a:prstGeom>
          <a:solidFill>
            <a:srgbClr val="0F1F5C"/>
          </a:solidFill>
          <a:ln w="12700">
            <a:solidFill>
              <a:srgbClr val="0F1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23560" y="1371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🔐  Security First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669280" y="18745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8E8"/>
                </a:solidFill>
              </a:rPr>
              <a:t>✅  Role permission matrix per module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69280" y="23134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8E8"/>
                </a:solidFill>
              </a:rPr>
              <a:t>✅  Audit log on every action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0" y="275234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8E8"/>
                </a:solidFill>
              </a:rPr>
              <a:t>✅  Admin can revoke access instantly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0" y="31912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8E8"/>
                </a:solidFill>
              </a:rPr>
              <a:t>✅  Staff cannot access Finance without role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69280" y="36301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8E8"/>
                </a:solidFill>
              </a:rPr>
              <a:t>✅  All endpoints protected by [Authorize]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MODULE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5C"/>
                </a:solidFill>
              </a:rPr>
              <a:t>Attendance Tracking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</a:rPr>
              <a:t>Know who showed up — and who needs follow-up.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3192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80160" y="17647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5C"/>
                </a:solidFill>
              </a:rPr>
              <a:t>Date-Range Filtering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1031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Query attendance between any two dates with instant results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600200"/>
            <a:ext cx="393192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600200"/>
            <a:ext cx="64008" cy="1234440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69280" y="17647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5C"/>
                </a:solidFill>
              </a:rPr>
              <a:t>Per-Member 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21031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Filter records by individual member — perfect for follow-up calls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393192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64008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280160" y="31821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5C"/>
                </a:solidFill>
              </a:rPr>
              <a:t>Create, Edit, Delete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5204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Full CRUD with role-guard — only Admins can edit others' records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017520"/>
            <a:ext cx="393192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017520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669280" y="31821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5C"/>
                </a:solidFill>
              </a:rPr>
              <a:t>Audit Trail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0" y="35204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Every attendance change is logged — who changed what, and when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49640" y="1188720"/>
            <a:ext cx="320040" cy="3566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MODULE 3 &amp;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5C"/>
                </a:solidFill>
              </a:rPr>
              <a:t>Teams, Meetings &amp; Task Management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2606040" cy="566928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🤝  Teams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6072" y="19202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▸  Create ministry teams (Worship, Outreach, etc.)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76072" y="25146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▸  Add / remove team members instantly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6072" y="31089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▸  Team-level role assignment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76072" y="37033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▸  Analytics per team — productivity reports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34440"/>
            <a:ext cx="260604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2344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📆  Meetings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10712" y="19202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▸  Schedule church &amp; committee meetings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10712" y="25146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▸  Set date, time, location &amp; agenda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10712" y="31089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▸  Notify attendees via in-app messages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10712" y="37033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▸  View upcoming meetings on dashboard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123444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234440"/>
            <a:ext cx="260604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2344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✅  Tasks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45352" y="19202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▸  Assign tasks to members or teams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45352" y="25146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▸  Track status: Pending → In Progress → Done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45352" y="31089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▸  Tasks by Role analytics chart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45352" y="37033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▸  Team productivity dashboard built in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MODULE 5 &amp;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5C"/>
                </a:solidFill>
              </a:rPr>
              <a:t>Prayer Requests &amp; Sermons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77640" cy="361188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77640" cy="5303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🙏  Prayer Requests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470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✦  Members submit personal prayer needs privately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✦  Pastor reviews and responds to each request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7121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✦  Mark requests as Prayed / Answered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✦  Request status tracking for follow-up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9534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✦  Confidential — only authorised roles can see 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3977640" cy="361188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188720"/>
            <a:ext cx="397764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18872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📖  Sermons &amp; Content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18470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✦  Upload and archive sermon recordings &amp; notes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35915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✦  Organised library for members to access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87121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✦  Attach documents, slides, or media files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3832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✦  Search sermons by title, speaker, or date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89534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✦  Share to Today's Updates feed instantly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MODULE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Real-Time Chat &amp; Messaging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AAD5"/>
                </a:solidFill>
              </a:rPr>
              <a:t>Powered by ASP.NET SignalR — messages delivered instantly, no refresh needed.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2606040" cy="1371600"/>
          </a:xfrm>
          <a:prstGeom prst="rect">
            <a:avLst/>
          </a:prstGeom>
          <a:solidFill>
            <a:srgbClr val="1A2E6E"/>
          </a:solidFill>
          <a:ln w="12700">
            <a:solidFill>
              <a:srgbClr val="25388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72768"/>
            <a:ext cx="2606040" cy="64008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099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💬  1-to-1 Private Chat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AD5"/>
                </a:solidFill>
              </a:rPr>
              <a:t>Direct messaging between any two members with read receipts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572768"/>
            <a:ext cx="2606040" cy="1371600"/>
          </a:xfrm>
          <a:prstGeom prst="rect">
            <a:avLst/>
          </a:prstGeom>
          <a:solidFill>
            <a:srgbClr val="1A2E6E"/>
          </a:solidFill>
          <a:ln w="12700">
            <a:solidFill>
              <a:srgbClr val="25388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572768"/>
            <a:ext cx="2606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7099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👥  Group Channels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10312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AD5"/>
                </a:solidFill>
              </a:rPr>
              <a:t>Team-based group chats — Worship Team, Elders, Youth, etc.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572768"/>
            <a:ext cx="2606040" cy="1371600"/>
          </a:xfrm>
          <a:prstGeom prst="rect">
            <a:avLst/>
          </a:prstGeom>
          <a:solidFill>
            <a:srgbClr val="1A2E6E"/>
          </a:solidFill>
          <a:ln w="12700">
            <a:solidFill>
              <a:srgbClr val="25388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572768"/>
            <a:ext cx="26060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7099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 JaiMasih Bot Chat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10312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AD5"/>
                </a:solidFill>
              </a:rPr>
              <a:t>PastorBot AI responses delivered as messages in the chat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108960"/>
            <a:ext cx="2606040" cy="1371600"/>
          </a:xfrm>
          <a:prstGeom prst="rect">
            <a:avLst/>
          </a:prstGeom>
          <a:solidFill>
            <a:srgbClr val="1A2E6E"/>
          </a:solidFill>
          <a:ln w="12700">
            <a:solidFill>
              <a:srgbClr val="25388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108960"/>
            <a:ext cx="26060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46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📎  File Attachments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63931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AD5"/>
                </a:solidFill>
              </a:rPr>
              <a:t>Share documents, images, and media in any conversation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3108960"/>
            <a:ext cx="2606040" cy="1371600"/>
          </a:xfrm>
          <a:prstGeom prst="rect">
            <a:avLst/>
          </a:prstGeom>
          <a:solidFill>
            <a:srgbClr val="1A2E6E"/>
          </a:solidFill>
          <a:ln w="12700">
            <a:solidFill>
              <a:srgbClr val="25388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3108960"/>
            <a:ext cx="26060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246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Mark as Read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363931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AD5"/>
                </a:solidFill>
              </a:rPr>
              <a:t>Unread indicators and per-message read status tracking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3108960"/>
            <a:ext cx="2606040" cy="1371600"/>
          </a:xfrm>
          <a:prstGeom prst="rect">
            <a:avLst/>
          </a:prstGeom>
          <a:solidFill>
            <a:srgbClr val="1A2E6E"/>
          </a:solidFill>
          <a:ln w="12700">
            <a:solidFill>
              <a:srgbClr val="25388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3108960"/>
            <a:ext cx="2606040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246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📢  Bulk Broadcast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363931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AD5"/>
                </a:solidFill>
              </a:rPr>
              <a:t>Admin can send a message to ALL members simultaneously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MODULE 8 — FINANCE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5C"/>
                </a:solidFill>
              </a:rPr>
              <a:t>Complete Finance Suite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Tithes · Offerings · Expenses · Payroll · Double-Entry Accounting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1920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36192"/>
            <a:ext cx="1920240" cy="5303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15910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Accounting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(Double-Entry)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14884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•  Full Chart of Accounts (Asset, Liability, Equity)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78892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•  Journal entries with debit/credit balance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342900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•  Tithes, Offerings, Donations, Grants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406908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•  Balance sheet &amp; income statement export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87168" y="1536192"/>
            <a:ext cx="1920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87168" y="1536192"/>
            <a:ext cx="1920240" cy="530352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78608" y="155448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🧾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035808" y="15910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Expenses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96896" y="214884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•  Log ministry expenses with category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96896" y="278892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•  Approve/reject expense claims per role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96896" y="342900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•  Attach receipts as file uploads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96896" y="406908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•  Filter by date, category, or staff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08576" y="1536192"/>
            <a:ext cx="1920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08576" y="1536192"/>
            <a:ext cx="192024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155448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💵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157216" y="15910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Payroll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18304" y="214884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•  Set up staff salary schedules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18304" y="278892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•  Run monthly payroll with one click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18304" y="342900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•  Payroll summary PDF export (QuestPDF)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18304" y="406908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•  Payroll history &amp; audit trail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29984" y="1536192"/>
            <a:ext cx="1920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29984" y="1536192"/>
            <a:ext cx="192024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21424" y="155448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278624" y="15910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Timesheets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39712" y="214884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•  Staff log daily working hours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39712" y="278892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•  Admin reviews and approves timesheets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39712" y="342900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•  Feeds into payroll calculations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39712" y="406908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•  Exportable reports per period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MODULE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5C"/>
                </a:solidFill>
              </a:rPr>
              <a:t>Life Events, Counselling &amp; Pastoral Care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64008" cy="1481328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258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5C"/>
                </a:solidFill>
              </a:rPr>
              <a:t>🕊️  Baptisms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1709928"/>
            <a:ext cx="3547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Record baptism date, location, and officiating pastor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Member automatically linked to baptism record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Printable baptism certificate support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Searchable baptism registry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9319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34440"/>
            <a:ext cx="64008" cy="14813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258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5C"/>
                </a:solidFill>
              </a:rPr>
              <a:t>💍  Marriage Records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56048" y="1709928"/>
            <a:ext cx="3547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Register church weddings with couple details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Officiant, witnesses, and date recorded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Marriage counselling session notes attached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Anniversary reminders linkable to updates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9319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34640"/>
            <a:ext cx="64008" cy="14813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26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5C"/>
                </a:solidFill>
              </a:rPr>
              <a:t>🫂  Counselling Sessions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" y="3310128"/>
            <a:ext cx="3547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Schedule pastoral counselling appointments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Confidential session notes per member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Layhand Counsel — group prayer records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Only Pastor/Admin can access counselling data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39319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834640"/>
            <a:ext cx="64008" cy="14813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926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5C"/>
                </a:solidFill>
              </a:rPr>
              <a:t>📅  Daily Routines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56048" y="3310128"/>
            <a:ext cx="3547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Track daily devotion and ministry routines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Staff can log their spiritual disciplines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Routine completion reporting to leadership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Encourages consistent ministry habits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MODULE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5C"/>
                </a:solidFill>
              </a:rPr>
              <a:t>Analytics &amp; Reports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51206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15000" y="1188720"/>
            <a:ext cx="3063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15000" y="1188720"/>
            <a:ext cx="6400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👔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382512" y="1271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5C"/>
                </a:solidFill>
              </a:rPr>
              <a:t>Tasks by Role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82512" y="1554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Which roles carry the most load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15000" y="1938528"/>
            <a:ext cx="3063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15000" y="1938528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382512" y="2020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5C"/>
                </a:solidFill>
              </a:rPr>
              <a:t>Team Productivity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82512" y="2304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Output vs targets per ministry team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15000" y="2688336"/>
            <a:ext cx="3063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715000" y="2688336"/>
            <a:ext cx="64008" cy="658368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82512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5C"/>
                </a:solidFill>
              </a:rPr>
              <a:t>Attendance Reports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82512" y="30540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Weekly, monthly &amp; annual summaries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15000" y="3438144"/>
            <a:ext cx="3063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715000" y="3438144"/>
            <a:ext cx="6400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5216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382512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5C"/>
                </a:solidFill>
              </a:rPr>
              <a:t>Finance Reports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82512" y="38039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Income, expense, payroll PDF exports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715000" y="4187952"/>
            <a:ext cx="3063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715000" y="4187952"/>
            <a:ext cx="64008" cy="65836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5216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6382512" y="4270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5C"/>
                </a:solidFill>
              </a:rPr>
              <a:t>Audit Logs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382512" y="4553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Full system activity log for compliance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B8"/>
                </a:solidFill>
              </a:rPr>
              <a:t>Reports export to PDF using QuestPDF — print-ready, no extra software needed.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42570"/>
          </a:solidFill>
          <a:ln w="12700">
            <a:solidFill>
              <a:srgbClr val="1425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MODULE 11 —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PastorBot AI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A623"/>
                </a:solidFill>
              </a:rPr>
              <a:t>"JaiMasih" — Your AI-Powered Pastoral Assistant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🤖  Ask Any Question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3911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AD5"/>
                </a:solidFill>
              </a:rPr>
              <a:t>Members ask biblical, spiritual or admin questions and get instant responses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08960" y="1719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🌐  Multi-Language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203911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AD5"/>
                </a:solidFill>
              </a:rPr>
              <a:t>Responds in Hindi, English, or the member's preferred language automatically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👤  Custom Personas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AD5"/>
                </a:solidFill>
              </a:rPr>
              <a:t>Configure tone — formal, pastoral, youth-friendly, or evangelistic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08960" y="2743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📄  Document Reader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306324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AD5"/>
                </a:solidFill>
              </a:rPr>
              <a:t>Upload a document and ask PastorBot to summarise or explain it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767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💬  Chat Integration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08736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AD5"/>
                </a:solidFill>
              </a:rPr>
              <a:t>PastorBot replies appear directly in real-time chat as JaiMasih messages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08960" y="3767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🔒  Access Controlled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408736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AD5"/>
                </a:solidFill>
              </a:rPr>
              <a:t>Admin controls which roles can access PastorBot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1097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🤖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64008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"JaiMasih"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217920" y="2788920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1E4FD8">
              <a:alpha val="60000"/>
            </a:srgbClr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788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OpenAI / LLM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209544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1E4FD8">
              <a:alpha val="60000"/>
            </a:srgbClr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2095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Hindi + English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3630168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1E4FD8">
              <a:alpha val="60000"/>
            </a:srgbClr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6301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Persona Config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4050792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1E4FD8">
              <a:alpha val="60000"/>
            </a:srgbClr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40507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File Upload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4471416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1E4FD8">
              <a:alpha val="60000"/>
            </a:srgbClr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44714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Chat Native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MODULE 12 &amp;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5C"/>
                </a:solidFill>
              </a:rPr>
              <a:t>Automation, Integrations &amp; Multi-Language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64008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5C"/>
                </a:solidFill>
              </a:rPr>
              <a:t>⚡  Ministry Automation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" y="170992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Automate recurring workflows — auto-assign tasks, schedule announcements, trigger notifications without manual intervention.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234440"/>
            <a:ext cx="64008" cy="1600200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325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5C"/>
                </a:solidFill>
              </a:rPr>
              <a:t>📧  Built-in Email Client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0712" y="170992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Send and receive emails directly within the app. Email history stored per member.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23444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234440"/>
            <a:ext cx="64008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325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5C"/>
                </a:solidFill>
              </a:rPr>
              <a:t>📱  SMS via Twilio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5352" y="170992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Send bulk or individual SMS to members from the admin panel. Powered by Twilio — global delivery.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0175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017520"/>
            <a:ext cx="64008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108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5C"/>
                </a:solidFill>
              </a:rPr>
              <a:t>☁️  Google Drive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" y="349300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Connect Google Drive to upload, organise, and share church files without leaving Mahima App.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30175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017520"/>
            <a:ext cx="64008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108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5C"/>
                </a:solidFill>
              </a:rPr>
              <a:t>🌐  Multi-Language UI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10712" y="349300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Admin configures UI translations — full interface in Hindi, English, or any supported language.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30175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3017520"/>
            <a:ext cx="64008" cy="1600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108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5C"/>
                </a:solidFill>
              </a:rPr>
              <a:t>📲  Push Notifications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45352" y="349300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Device token management ensures members receive push notifications on Android for every key update.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MOBILE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5C"/>
                </a:solidFill>
              </a:rPr>
              <a:t>Mahima App on Android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</a:rPr>
              <a:t>Built with Capacitor — the same app, natively on Android devices.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960120"/>
            <a:ext cx="2377440" cy="3840480"/>
          </a:xfrm>
          <a:prstGeom prst="roundRect">
            <a:avLst>
              <a:gd name="adj" fmla="val 11538"/>
            </a:avLst>
          </a:prstGeom>
          <a:solidFill>
            <a:srgbClr val="0F1F5C"/>
          </a:solidFill>
          <a:ln w="38100">
            <a:solidFill>
              <a:srgbClr val="1E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0" y="1234440"/>
            <a:ext cx="2011680" cy="3200400"/>
          </a:xfrm>
          <a:prstGeom prst="rect">
            <a:avLst/>
          </a:prstGeom>
          <a:solidFill>
            <a:srgbClr val="1A2E6E"/>
          </a:solidFill>
          <a:ln w="12700">
            <a:solidFill>
              <a:srgbClr val="1A2E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2194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📱 Mahima App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78040" y="4480560"/>
            <a:ext cx="457200" cy="137160"/>
          </a:xfrm>
          <a:prstGeom prst="ellipse">
            <a:avLst/>
          </a:prstGeom>
          <a:solidFill>
            <a:srgbClr val="3A4E8C"/>
          </a:solidFill>
          <a:ln w="12700">
            <a:solidFill>
              <a:srgbClr val="3A4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72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FD8"/>
                </a:solidFill>
              </a:rPr>
              <a:t>📲  Native Android 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Capacitor wraps the React frontend into a fully native Android APK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1572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FD8"/>
                </a:solidFill>
              </a:rPr>
              <a:t>🔔  Push Notifications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192024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Real-time alerts for messages, prayer requests, and meeting reminders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5968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FD8"/>
                </a:solidFill>
              </a:rPr>
              <a:t>📷  Camera Access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944368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Capture and upload photos directly from the device camera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25968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FD8"/>
                </a:solidFill>
              </a:rPr>
              <a:t>📁  File Access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2944368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Open, upload, and share documents from device storage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6210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FD8"/>
                </a:solidFill>
              </a:rPr>
              <a:t>🔒  Biometric Login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968496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Device security integration for quick and secure sign-in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08960" y="36210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FD8"/>
                </a:solidFill>
              </a:rPr>
              <a:t>⚡  Offline Ready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0" y="3968496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Key data cached locally — app continues with poor connectivity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5C"/>
                </a:solidFill>
              </a:rPr>
              <a:t>Why Mahima App 4.0?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2606040" cy="64008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99032"/>
            <a:ext cx="502920" cy="502920"/>
          </a:xfrm>
          <a:prstGeom prst="ellipse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4447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5C"/>
                </a:solidFill>
              </a:rPr>
              <a:t>All-in-One Platform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" y="1975104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Members, Finance, Sermons, Chat, AI — everything in one place. No more juggling 5 different apps.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261872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61872"/>
            <a:ext cx="2606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39903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50208" y="14447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5C"/>
                </a:solidFill>
              </a:rPr>
              <a:t>Built for Indian Churches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28416" y="1975104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Hindi + English support, INR payroll, Indian church workflows — designed with your context in mind.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261872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261872"/>
            <a:ext cx="26060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39903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84848" y="14447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5C"/>
                </a:solidFill>
              </a:rPr>
              <a:t>PastorBot 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63056" y="1975104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No other church management app gives your members a personal AI pastor in their pocket.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017520"/>
            <a:ext cx="2606040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15568" y="32004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5C"/>
                </a:solidFill>
              </a:rPr>
              <a:t>Secure &amp; Auditable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" y="3730752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Every action is logged. Role-based access means your data is always in the right hands only.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0" y="3017520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3017520"/>
            <a:ext cx="26060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31546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50208" y="32004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5C"/>
                </a:solidFill>
              </a:rPr>
              <a:t>Mobile First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28416" y="3730752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Native Android app means your congregation can engage anytime, anywhere, from any device.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35040" y="3017520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3017520"/>
            <a:ext cx="26060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315468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2004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5C"/>
                </a:solidFill>
              </a:rPr>
              <a:t>Grows With You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63056" y="3730752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From 50 members to 5000 — Mahima App scales. New modules are released regularly.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058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 Your Church?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BBDD"/>
                </a:solidFill>
              </a:rPr>
              <a:t>Mahima App 4.0 — Let's schedule your live demo.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97280" y="2542032"/>
            <a:ext cx="2103120" cy="1325880"/>
          </a:xfrm>
          <a:prstGeom prst="rect">
            <a:avLst/>
          </a:prstGeom>
          <a:solidFill>
            <a:srgbClr val="1A2E6E"/>
          </a:solidFill>
          <a:ln w="12700">
            <a:solidFill>
              <a:srgbClr val="1E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63347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3127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Book a Call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34198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AD5"/>
                </a:solidFill>
              </a:rPr>
              <a:t>30-minute live walkthrough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2542032"/>
            <a:ext cx="2103120" cy="1325880"/>
          </a:xfrm>
          <a:prstGeom prst="rect">
            <a:avLst/>
          </a:prstGeom>
          <a:solidFill>
            <a:srgbClr val="1A2E6E"/>
          </a:solidFill>
          <a:ln w="12700">
            <a:solidFill>
              <a:srgbClr val="1E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263347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0" y="3127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Free Trial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34198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AD5"/>
                </a:solidFill>
              </a:rPr>
              <a:t>30-day full-access trial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2542032"/>
            <a:ext cx="2103120" cy="1325880"/>
          </a:xfrm>
          <a:prstGeom prst="rect">
            <a:avLst/>
          </a:prstGeom>
          <a:solidFill>
            <a:srgbClr val="1A2E6E"/>
          </a:solidFill>
          <a:ln w="12700">
            <a:solidFill>
              <a:srgbClr val="1E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F1F5C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263347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✉️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26480" y="3127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Get in Touch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34198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AD5"/>
                </a:solidFill>
              </a:rPr>
              <a:t>sambitrout899@gmail.com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160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🙏  Mahima App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BAD"/>
                </a:solidFill>
              </a:rPr>
              <a:t>Empowering Churches to Serve Better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47183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BAD"/>
                </a:solidFill>
              </a:rPr>
              <a:t>Version 4.0  •  Confidential  •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Mahima App 4.0 — Customer Demo</dc:title>
  <dc:subject>PptxGenJS Presentation</dc:subject>
  <dc:creator>Mahima App Team</dc:creator>
  <cp:lastModifiedBy>Mahima App Team</cp:lastModifiedBy>
  <cp:revision>1</cp:revision>
  <dcterms:created xsi:type="dcterms:W3CDTF">2026-06-07T01:48:10Z</dcterms:created>
  <dcterms:modified xsi:type="dcterms:W3CDTF">2026-06-07T01:48:10Z</dcterms:modified>
</cp:coreProperties>
</file>